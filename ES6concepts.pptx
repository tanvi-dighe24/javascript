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8" autoAdjust="0"/>
    <p:restoredTop sz="94660"/>
  </p:normalViewPr>
  <p:slideViewPr>
    <p:cSldViewPr snapToGrid="0">
      <p:cViewPr varScale="1">
        <p:scale>
          <a:sx n="73" d="100"/>
          <a:sy n="73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30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92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1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69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03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1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2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57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08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9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924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8893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5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205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023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845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48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47A43CE-CB9C-4DCD-A8AB-B9E380266F01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0131-0C09-4982-8CBD-2711C1973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869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8439-C769-9331-5F1E-DA9D71299D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000A8-9239-3EDF-24F5-21CB78B8F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5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5D1C-9697-AF24-6807-A7403CCD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ES6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74DA1-4821-023F-2293-AE849BE13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Arrow function</a:t>
            </a:r>
          </a:p>
          <a:p>
            <a:r>
              <a:rPr lang="en-US" dirty="0"/>
              <a:t>Rest parameter</a:t>
            </a:r>
          </a:p>
          <a:p>
            <a:r>
              <a:rPr lang="en-US" dirty="0"/>
              <a:t>Spread operator</a:t>
            </a:r>
          </a:p>
          <a:p>
            <a:r>
              <a:rPr lang="en-US" dirty="0"/>
              <a:t>Destructuring (Array destructuring and object destructuring)</a:t>
            </a:r>
          </a:p>
          <a:p>
            <a:r>
              <a:rPr lang="en-US" dirty="0"/>
              <a:t>Modules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94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2D19-0490-947F-3808-FBFC990F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parameter and spread operator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E5B9F-0301-0A64-5362-9D28B6B7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In Java script, both the spread operator and rest parameter have the same syntax which is three dots(…). </a:t>
            </a:r>
          </a:p>
          <a:p>
            <a:r>
              <a:rPr lang="en-US" sz="3200" dirty="0"/>
              <a:t>Even though they have the same syntax they differ in functions.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60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A3E2-1029-20C0-E1D8-63E7FB16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parameter (…identifier)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82CF-EE3B-5B01-D6F0-76389C21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961478"/>
            <a:ext cx="8946541" cy="4195481"/>
          </a:xfrm>
        </p:spPr>
        <p:txBody>
          <a:bodyPr/>
          <a:lstStyle/>
          <a:p>
            <a:r>
              <a:rPr lang="en-US" dirty="0"/>
              <a:t>The rest parameter is an improved way to handle function parameters</a:t>
            </a:r>
          </a:p>
          <a:p>
            <a:r>
              <a:rPr lang="en-US" dirty="0"/>
              <a:t>The rest parameter syntax allows us to represent an indefinite number of arguments as an array. </a:t>
            </a:r>
          </a:p>
          <a:p>
            <a:r>
              <a:rPr lang="en-US" dirty="0"/>
              <a:t>Rest parameter is used to store the rest of the values</a:t>
            </a:r>
          </a:p>
          <a:p>
            <a:r>
              <a:rPr lang="en-US" dirty="0"/>
              <a:t>Always rest parameter should be the last parameter</a:t>
            </a:r>
          </a:p>
          <a:p>
            <a:pPr marL="400050" lvl="1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en-US" sz="2400" dirty="0" err="1">
                <a:latin typeface="Consolas" panose="020B0609020204030204" pitchFamily="49" charset="0"/>
              </a:rPr>
              <a:t>_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(...parameters) {</a:t>
            </a:r>
          </a:p>
          <a:p>
            <a:pPr marL="400050" lvl="1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statement; </a:t>
            </a:r>
          </a:p>
          <a:p>
            <a:pPr marL="400050" lvl="1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00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FE62-BC79-CB34-B8F4-4A942E96F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 operator(…</a:t>
            </a:r>
            <a:r>
              <a:rPr lang="en-US" altLang="en-US" sz="4400" dirty="0" err="1">
                <a:solidFill>
                  <a:schemeClr val="tx1"/>
                </a:solidFill>
                <a:latin typeface="Consolas" panose="020B0609020204030204" pitchFamily="49" charset="0"/>
              </a:rPr>
              <a:t>iterable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54ACA-0B1A-6E75-5AB6-3F9EF060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57350"/>
            <a:ext cx="8946541" cy="459104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 JavaScript spread operator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) allows us to quickly copy all or part of an existing array or object into another array or object.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sz="2400" dirty="0"/>
          </a:p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Syntax : var var_name = [...iterable]; 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5A5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numbersOne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E3E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C9C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C9CA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C9CA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5A5C5"/>
                </a:solidFill>
                <a:effectLst/>
                <a:latin typeface="Consolas" panose="020B0609020204030204" pitchFamily="49" charset="0"/>
              </a:rPr>
              <a:t>	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numbersTwo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E3E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C9CA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C9CA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C9CA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5A5C5"/>
                </a:solidFill>
                <a:effectLst/>
                <a:latin typeface="Consolas" panose="020B0609020204030204" pitchFamily="49" charset="0"/>
              </a:rPr>
              <a:t>	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numbersCombined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E3E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E3ED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numbersOne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E3ED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numbersTwo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8C6BE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07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D0BD-F65E-843B-6D79-9D39D608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Destructuring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7DF33-35DE-F973-C49B-888D088E6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rmAutofit/>
          </a:bodyPr>
          <a:lstStyle/>
          <a:p>
            <a:r>
              <a:rPr lang="en-US" dirty="0"/>
              <a:t>Destructuring in ES6 is a convenient feature that allows you to extract values from arrays or objects and assign them to variables in a more concise and readable way. It simplifies the process of extracting specific data from complex structures.</a:t>
            </a:r>
          </a:p>
          <a:p>
            <a:r>
              <a:rPr lang="en-US" dirty="0"/>
              <a:t>Destructuring is </a:t>
            </a:r>
            <a:r>
              <a:rPr lang="en-US"/>
              <a:t>the easy way </a:t>
            </a:r>
            <a:r>
              <a:rPr lang="en-US" dirty="0"/>
              <a:t>to extract only what is needed.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EX: 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const numbers = [1, 2, 3</a:t>
            </a:r>
            <a:r>
              <a:rPr lang="en-US" altLang="en-US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const [a, b, c] = numbers;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console.log(a); // Output: 1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console.log(b); // Output: 2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console.log(c); // Output: 3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48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884D-4B51-B059-057D-C003848B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62E31-ACFB-DE7A-9220-936B58C8A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JavaScript modules allow you to break up your code into separate files.</a:t>
            </a:r>
          </a:p>
          <a:p>
            <a:r>
              <a:rPr lang="en-US" sz="2800" dirty="0"/>
              <a:t>This makes it easier to maintain the code-base.</a:t>
            </a:r>
          </a:p>
          <a:p>
            <a:r>
              <a:rPr lang="en-US" sz="2800" dirty="0"/>
              <a:t>ES Modules rely on the import and export statements. </a:t>
            </a:r>
          </a:p>
          <a:p>
            <a:r>
              <a:rPr lang="en-US" sz="2400" dirty="0"/>
              <a:t>Browser will not understand modules. So in modules it is mandatory to mention </a:t>
            </a:r>
            <a:r>
              <a:rPr lang="en-US" sz="2400" dirty="0">
                <a:solidFill>
                  <a:srgbClr val="FF0000"/>
                </a:solidFill>
              </a:rPr>
              <a:t>type = “module” </a:t>
            </a:r>
            <a:r>
              <a:rPr lang="en-US" sz="2400" dirty="0"/>
              <a:t>inside the script tag of index.html</a:t>
            </a:r>
            <a:endParaRPr lang="en-US" sz="2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25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F71A-7134-6D8D-04A1-3B690498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F12F8-B27B-6A0C-7D82-4E88CEE9C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06138"/>
            <a:ext cx="8946541" cy="4542262"/>
          </a:xfrm>
        </p:spPr>
        <p:txBody>
          <a:bodyPr/>
          <a:lstStyle/>
          <a:p>
            <a:r>
              <a:rPr lang="en-US" dirty="0"/>
              <a:t>You can export a function or variable from any file with export keyword.</a:t>
            </a:r>
          </a:p>
          <a:p>
            <a:r>
              <a:rPr lang="en-US" dirty="0"/>
              <a:t>There are two types of exports: Named and Default.</a:t>
            </a:r>
          </a:p>
          <a:p>
            <a:r>
              <a:rPr lang="en-US" sz="2400" b="1" dirty="0">
                <a:solidFill>
                  <a:schemeClr val="accent3"/>
                </a:solidFill>
              </a:rPr>
              <a:t>Named Export :</a:t>
            </a:r>
          </a:p>
          <a:p>
            <a:r>
              <a:rPr lang="en-US" dirty="0"/>
              <a:t>You can create named exports two ways. In-line individually, or all at once at the bottom.</a:t>
            </a:r>
          </a:p>
          <a:p>
            <a:r>
              <a:rPr lang="en-US" sz="2400" b="1" dirty="0">
                <a:solidFill>
                  <a:schemeClr val="accent3"/>
                </a:solidFill>
              </a:rPr>
              <a:t>Default Export :</a:t>
            </a:r>
          </a:p>
          <a:p>
            <a:r>
              <a:rPr lang="en-US" dirty="0"/>
              <a:t>You can only have one default export in a file.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1858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35C1-4E63-6FAE-64A8-1B285393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F521-F233-BC6D-A111-5AB698591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import modules into a file in two ways, based on if they are named exports or default exports.</a:t>
            </a:r>
          </a:p>
          <a:p>
            <a:r>
              <a:rPr lang="en-US" dirty="0"/>
              <a:t>Named exports must be destructured using curly braces. Default exports do not.</a:t>
            </a:r>
          </a:p>
          <a:p>
            <a:r>
              <a:rPr lang="en-US" dirty="0"/>
              <a:t>When you import the named export, you must have to use the same name as the corresponding object inside { }. </a:t>
            </a:r>
          </a:p>
          <a:p>
            <a:r>
              <a:rPr lang="en-US" dirty="0"/>
              <a:t> When you import the default export, we can give any name.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7469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477</TotalTime>
  <Words>501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Consolas</vt:lpstr>
      <vt:lpstr>Verdana</vt:lpstr>
      <vt:lpstr>Wingdings 3</vt:lpstr>
      <vt:lpstr>Ion</vt:lpstr>
      <vt:lpstr>ES6</vt:lpstr>
      <vt:lpstr>ES6 concepts</vt:lpstr>
      <vt:lpstr>Rest parameter and spread operator</vt:lpstr>
      <vt:lpstr>Rest parameter (…identifier)</vt:lpstr>
      <vt:lpstr>Spread operator(…iterable)</vt:lpstr>
      <vt:lpstr>Destructuring</vt:lpstr>
      <vt:lpstr>Modules</vt:lpstr>
      <vt:lpstr>Export</vt:lpstr>
      <vt:lpstr>Import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ES6</dc:title>
  <dc:creator>DELL</dc:creator>
  <cp:lastModifiedBy>Admin</cp:lastModifiedBy>
  <cp:revision>7</cp:revision>
  <dcterms:created xsi:type="dcterms:W3CDTF">2024-08-13T07:31:31Z</dcterms:created>
  <dcterms:modified xsi:type="dcterms:W3CDTF">2026-05-06T02:18:22Z</dcterms:modified>
</cp:coreProperties>
</file>